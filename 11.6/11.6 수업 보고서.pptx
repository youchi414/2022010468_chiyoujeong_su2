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6" autoAdjust="0"/>
    <p:restoredTop sz="94660"/>
  </p:normalViewPr>
  <p:slideViewPr>
    <p:cSldViewPr snapToGrid="0">
      <p:cViewPr varScale="1">
        <p:scale>
          <a:sx n="80" d="100"/>
          <a:sy n="80" d="100"/>
        </p:scale>
        <p:origin x="78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71FDF49-F993-3CC6-50CE-6AE881A81D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35C1C6E7-D522-6CB2-B721-98003EDA869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47E9A63-EE51-0EDF-11A4-DE5FB76465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A80DE4-8E0D-44CA-90C7-2629499B5794}" type="datetimeFigureOut">
              <a:rPr lang="ko-KR" altLang="en-US" smtClean="0"/>
              <a:t>2025-11-12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6F04D4B-B856-D9B6-FC90-701B0E9BBE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9EB052A-8094-62D9-A81F-2AB6000BFA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9EF7E0-E2FB-49AE-842F-676CAD13525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522968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C4A9ACC-A910-EFB7-0982-B8E08E79E0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DAE469A-6081-DD7C-822B-F2B4838420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8AEAD6F-5348-EF00-8EE2-46466C0C08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A80DE4-8E0D-44CA-90C7-2629499B5794}" type="datetimeFigureOut">
              <a:rPr lang="ko-KR" altLang="en-US" smtClean="0"/>
              <a:t>2025-11-12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6073689-E715-F6EE-2818-4622A55750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8836CBB-ABD4-54DE-65CC-53D3E981F7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9EF7E0-E2FB-49AE-842F-676CAD13525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110785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DF2C6C2-BDE0-952A-D443-CA5C027B8E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40A8F25-8DA4-8962-9569-7DAFCD8578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5469A02-A656-97B2-A279-5423924AA5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A80DE4-8E0D-44CA-90C7-2629499B5794}" type="datetimeFigureOut">
              <a:rPr lang="ko-KR" altLang="en-US" smtClean="0"/>
              <a:t>2025-11-12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1CB6A1B-EE29-A930-2EE0-F63BB745ED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C343294-1B8C-89E1-0A76-791AB92F4C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9EF7E0-E2FB-49AE-842F-676CAD13525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43293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A816D8B-13B7-9ABF-80A5-4C24508A91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DA70F54-7A1B-78D1-9161-EEE47A0CEF3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6F0B580-A8F7-0A1A-07C3-F184EFE181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B44B4C4-1B00-CD1F-4757-831C25F9EE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A80DE4-8E0D-44CA-90C7-2629499B5794}" type="datetimeFigureOut">
              <a:rPr lang="ko-KR" altLang="en-US" smtClean="0"/>
              <a:t>2025-11-12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1D529C0-984F-66E6-F533-A6A9B0171A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62133C8-96D1-7E38-2419-FE12E64D8D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9EF7E0-E2FB-49AE-842F-676CAD13525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827289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AA68249-CCDB-4481-291D-0D3381BD93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55242C3-8BA1-8EEB-BCDE-C6172532EB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0B221C1-E5EA-5406-3559-3FFC2FFC66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4133A0A6-EAFF-6FE5-0EF0-85610F8DFDA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F0ABEB09-D822-281E-7CAB-74F51475F80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7B2913C6-876C-F1D6-B7A9-B2153D60B3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A80DE4-8E0D-44CA-90C7-2629499B5794}" type="datetimeFigureOut">
              <a:rPr lang="ko-KR" altLang="en-US" smtClean="0"/>
              <a:t>2025-11-12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4DB0FF17-99AB-0D0D-7E46-9211980306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1575C548-7AAD-CEFE-185E-0D8D1396A1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9EF7E0-E2FB-49AE-842F-676CAD13525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009006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E8F8BF3-050A-035F-DF2C-403523E48A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845860AD-24C1-D631-378E-894226A484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A80DE4-8E0D-44CA-90C7-2629499B5794}" type="datetimeFigureOut">
              <a:rPr lang="ko-KR" altLang="en-US" smtClean="0"/>
              <a:t>2025-11-12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D44245B-6EC2-8988-03A0-F80CBAF533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A3D77DA-ED80-C7D7-4E32-E5C2C79248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9EF7E0-E2FB-49AE-842F-676CAD13525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268169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9C1E9DE9-17A8-2080-ADC6-3514958F13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A80DE4-8E0D-44CA-90C7-2629499B5794}" type="datetimeFigureOut">
              <a:rPr lang="ko-KR" altLang="en-US" smtClean="0"/>
              <a:t>2025-11-12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B6A2F15A-D422-DCD1-5C75-421A5C76ED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CBCA0CD-7B26-FEF8-3BE6-1DBFE0CE7A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9EF7E0-E2FB-49AE-842F-676CAD13525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791631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EBBE4BF-25BD-2BC9-7A51-DE3A87E287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DC3D884-C1BA-9F26-CF85-DE1D844297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5369F25-AB6D-B72B-83AB-C76789609C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C08FDFD-156B-CDA6-53E5-303BD0EC31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A80DE4-8E0D-44CA-90C7-2629499B5794}" type="datetimeFigureOut">
              <a:rPr lang="ko-KR" altLang="en-US" smtClean="0"/>
              <a:t>2025-11-12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0AB20AF-7B29-60D3-AF0F-7B3F2CE912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E7027BD-B9BA-BA56-4472-166D0184D7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9EF7E0-E2FB-49AE-842F-676CAD13525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609647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120F352-7093-7586-32FA-1D83C64F0C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C9F3A28D-D0E1-3CF6-C202-CC5A90A9263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00DF93E-232E-E752-25BB-FEC9C76BBA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C945243-0C19-7D81-B065-3FB1D529C9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A80DE4-8E0D-44CA-90C7-2629499B5794}" type="datetimeFigureOut">
              <a:rPr lang="ko-KR" altLang="en-US" smtClean="0"/>
              <a:t>2025-11-12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0B5BD67-A588-2DC4-CD5A-063BE4F885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DB74CFC-160C-11DD-296F-FBD1CA858C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9EF7E0-E2FB-49AE-842F-676CAD13525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939066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0EE9814-2279-7F75-19C6-C57BA2184C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1E79C68-6439-4039-3AE2-7789391ECC0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758DCBF-3CBE-3F5B-67EA-BF7F5ABAF9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A80DE4-8E0D-44CA-90C7-2629499B5794}" type="datetimeFigureOut">
              <a:rPr lang="ko-KR" altLang="en-US" smtClean="0"/>
              <a:t>2025-11-12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D5DB809-AEE6-2FCD-B89E-54A1D33111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E5FF7B1-84AA-0D73-39DC-6FF39AC14E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9EF7E0-E2FB-49AE-842F-676CAD13525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846041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11829C4A-8051-4A88-A0B6-411D6EA5988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ECDAFBCA-25CF-18E3-D4A5-1D9ED8ECF25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7B4789C-39C5-C93A-0DFD-23771F6046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A80DE4-8E0D-44CA-90C7-2629499B5794}" type="datetimeFigureOut">
              <a:rPr lang="ko-KR" altLang="en-US" smtClean="0"/>
              <a:t>2025-11-12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36D5777-3E07-E46C-4021-3FD9BF697E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596398C-CC66-8D33-01BD-CAE43E69FB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9EF7E0-E2FB-49AE-842F-676CAD13525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835653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2C681F8A-2634-FCC7-DBB8-BE4D789941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3D6CD24-11EB-B0A3-F6EB-172E167C0C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1A21080-5C58-A327-0EE8-3B58781866E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A80DE4-8E0D-44CA-90C7-2629499B5794}" type="datetimeFigureOut">
              <a:rPr lang="ko-KR" altLang="en-US" smtClean="0"/>
              <a:t>2025-11-12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514CE98-4C7A-BF73-83E5-FD17119840D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D23DCF4-5BA7-BBCB-B1FD-7F3CDC0198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9EF7E0-E2FB-49AE-842F-676CAD13525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220892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5CCDA97-F4E3-8041-1AC6-A50ACB372F8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b="1" dirty="0"/>
              <a:t>11.6 </a:t>
            </a:r>
            <a:r>
              <a:rPr lang="ko-KR" altLang="en-US" b="1" dirty="0"/>
              <a:t>수업 보고서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4E237D9F-833F-E1FF-439E-8D912D4751F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r"/>
            <a:r>
              <a:rPr lang="ko-KR" altLang="en-US" dirty="0"/>
              <a:t>항공기계공학과 </a:t>
            </a:r>
            <a:endParaRPr lang="en-US" altLang="ko-KR" dirty="0"/>
          </a:p>
          <a:p>
            <a:pPr algn="r"/>
            <a:r>
              <a:rPr lang="en-US" altLang="ko-KR" dirty="0"/>
              <a:t>2022010468</a:t>
            </a:r>
          </a:p>
          <a:p>
            <a:pPr algn="r"/>
            <a:r>
              <a:rPr lang="ko-KR" altLang="en-US" dirty="0" err="1"/>
              <a:t>지유정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762133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B1386C7-0868-75AE-9D38-AF7F7B5412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plunging_NACA0012</a:t>
            </a:r>
            <a:endParaRPr lang="ko-KR" altLang="en-US" dirty="0"/>
          </a:p>
        </p:txBody>
      </p:sp>
      <p:pic>
        <p:nvPicPr>
          <p:cNvPr id="4" name="20251112-1329-51.6600853">
            <a:hlinkClick r:id="" action="ppaction://media"/>
            <a:extLst>
              <a:ext uri="{FF2B5EF4-FFF2-40B4-BE49-F238E27FC236}">
                <a16:creationId xmlns:a16="http://schemas.microsoft.com/office/drawing/2014/main" id="{F41FC07C-CB76-76EF-3DDC-03CB5B25A1DF}"/>
              </a:ext>
            </a:extLst>
          </p:cNvPr>
          <p:cNvPicPr>
            <a:picLocks noGrp="1" noChangeAspect="1"/>
          </p:cNvPicPr>
          <p:nvPr>
            <p:ph idx="1"/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2139950" y="1825625"/>
            <a:ext cx="7913688" cy="4351338"/>
          </a:xfrm>
        </p:spPr>
      </p:pic>
    </p:spTree>
    <p:extLst>
      <p:ext uri="{BB962C8B-B14F-4D97-AF65-F5344CB8AC3E}">
        <p14:creationId xmlns:p14="http://schemas.microsoft.com/office/powerpoint/2010/main" val="30594404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5999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C175532-D3C9-CC3B-5C16-69D93E9D55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caradonna_tung</a:t>
            </a:r>
            <a:endParaRPr lang="ko-KR" altLang="en-US" dirty="0"/>
          </a:p>
        </p:txBody>
      </p:sp>
      <p:pic>
        <p:nvPicPr>
          <p:cNvPr id="5" name="내용 개체 틀 4">
            <a:extLst>
              <a:ext uri="{FF2B5EF4-FFF2-40B4-BE49-F238E27FC236}">
                <a16:creationId xmlns:a16="http://schemas.microsoft.com/office/drawing/2014/main" id="{B7A180A4-43C2-9D31-B826-6B9FA8EE8F7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43203" y="1825625"/>
            <a:ext cx="8105593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12559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</Words>
  <Application>Microsoft Office PowerPoint</Application>
  <PresentationFormat>와이드스크린</PresentationFormat>
  <Paragraphs>6</Paragraphs>
  <Slides>3</Slides>
  <Notes>0</Notes>
  <HiddenSlides>0</HiddenSlides>
  <MMClips>1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6" baseType="lpstr">
      <vt:lpstr>맑은 고딕</vt:lpstr>
      <vt:lpstr>Arial</vt:lpstr>
      <vt:lpstr>Office 테마</vt:lpstr>
      <vt:lpstr>11.6 수업 보고서</vt:lpstr>
      <vt:lpstr>plunging_NACA0012</vt:lpstr>
      <vt:lpstr>caradonna_tung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유정 지</dc:creator>
  <cp:lastModifiedBy>유정 지</cp:lastModifiedBy>
  <cp:revision>1</cp:revision>
  <dcterms:created xsi:type="dcterms:W3CDTF">2025-11-12T13:30:47Z</dcterms:created>
  <dcterms:modified xsi:type="dcterms:W3CDTF">2025-11-12T13:31:09Z</dcterms:modified>
</cp:coreProperties>
</file>